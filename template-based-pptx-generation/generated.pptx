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688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C99938-AA46-4178-9AAD-D4007B2463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7B2123-FD1B-4FD7-AB54-0327B650C6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8680" cy="19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pt-BR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8680" cy="12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9274C5-F706-4FD9-9C5E-ABD6990E62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40D1D9-344B-4459-B97E-196CF0E3FD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B5304C-9CB1-475A-B194-CDD1034C90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6C3AB2-32C1-4DA9-B622-4638C6D192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8160" cy="34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162415-20B7-442F-A233-94C45E0F7B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A0FC05-BE39-48AC-9516-246354B8ED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6200" cy="75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6200" cy="317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CB892A-E2F3-4C0D-992D-6BBEF26D47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5880" cy="40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1CFE63-FB4C-4B45-B13A-BBC266F523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0200" cy="5141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3520" cy="148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5080" cy="369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076D01-D736-4BE4-AF6B-8061CBE5BE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 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subtitle }}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section_title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 title }}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 bullet_points }}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Thank you!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t>Modern Software Development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t>Best Practices and Tools for 2025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t>Development Workflow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t>Key Development Practices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t>Version Control with Git</a:t>
            </a:r>
          </a:p>
          <a:p>
            <a:pPr/>
            <a:r>
              <a:t>Continuous Integration/Deployment</a:t>
            </a:r>
          </a:p>
          <a:p>
            <a:pPr/>
            <a:r>
              <a:t>Test-Driven Development</a:t>
            </a:r>
          </a:p>
          <a:p>
            <a:pPr/>
            <a:r>
              <a:t>Code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t>Code Quality Practices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t>Code Reviews</a:t>
            </a:r>
          </a:p>
          <a:p>
            <a:pPr/>
            <a:r>
              <a:t>Unit Testing</a:t>
            </a:r>
          </a:p>
          <a:p>
            <a:pPr/>
            <a:r>
              <a:t>Integration Testing</a:t>
            </a:r>
          </a:p>
          <a:p>
            <a:pPr/>
            <a:r>
              <a:t>Static Code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t>Development Best Practices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680" cy="5709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t>Code Quality Guidelines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680" cy="341460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t>Write Clean, Self-Documenting Code</a:t>
            </a:r>
          </a:p>
          <a:p>
            <a:pPr/>
            <a:r>
              <a:t>Follow Team Coding Standards</a:t>
            </a:r>
          </a:p>
          <a:p>
            <a:pPr/>
            <a:r>
              <a:t>Use Meaningful Variable Names</a:t>
            </a:r>
          </a:p>
          <a:p>
            <a:pPr/>
            <a:r>
              <a:t>Keep Methods Small and Focused</a:t>
            </a:r>
          </a:p>
          <a:p>
            <a:pPr/>
            <a:r>
              <a:t>Add Appropriate Comments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680" cy="839880"/>
          </a:xfrm>
          <a:prstGeom prst="rect">
            <a:avLst/>
          </a:prstGeom>
          <a:solidFill>
            <a:srgbClr val="dee6ef"/>
          </a:soli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Thank you!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2025-09-04T15:33:16Z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