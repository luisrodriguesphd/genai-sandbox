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6880" cy="60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C99938-AA46-4178-9AAD-D4007B24635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8680" cy="205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5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5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7B2123-FD1B-4FD7-AB54-0327B650C64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18680" cy="196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b="0" lang="pt-BR" sz="1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18680" cy="129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0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9274C5-F706-4FD9-9C5E-ABD6990E627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540D1D9-344B-4459-B97E-196CF0E3FD8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18680" cy="83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50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4B5304C-9CB1-475A-B194-CDD1034C904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680" cy="57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8680" cy="341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C6C3AB2-32C1-4DA9-B622-4638C6D1922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680" cy="57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8160" cy="341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8160" cy="341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6162415-20B7-442F-A233-94C45E0F7BA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680" cy="57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6A0FC05-BE39-48AC-9516-246354B8EDB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6200" cy="75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700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6200" cy="317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CB892A-E2F3-4C0D-992D-6BBEF26D47F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5880" cy="408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1CFE63-FB4C-4B45-B13A-BBC266F5235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36;p9"/>
          <p:cNvSpPr/>
          <p:nvPr/>
        </p:nvSpPr>
        <p:spPr>
          <a:xfrm>
            <a:off x="4572000" y="0"/>
            <a:ext cx="4570200" cy="51418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3520" cy="1480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77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5080" cy="369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8076D01-D736-4BE4-AF6B-8061CBE5BE4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8680" cy="205092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{{ title }}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18680" cy="790920"/>
          </a:xfrm>
          <a:prstGeom prst="rect">
            <a:avLst/>
          </a:prstGeom>
          <a:solidFill>
            <a:srgbClr val="b4c7dc"/>
          </a:solidFill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{{ subtitle }}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18680" cy="839880"/>
          </a:xfrm>
          <a:prstGeom prst="rect">
            <a:avLst/>
          </a:prstGeom>
          <a:solidFill>
            <a:srgbClr val="b4c7dc"/>
          </a:solidFill>
          <a:ln w="0">
            <a:noFill/>
          </a:ln>
        </p:spPr>
        <p:txBody>
          <a:bodyPr lIns="91440" rIns="91440" tIns="91440" bIns="91440" anchor="ctr">
            <a:normAutofit lnSpcReduction="9999"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{{ section_title }}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680" cy="570960"/>
          </a:xfrm>
          <a:prstGeom prst="rect">
            <a:avLst/>
          </a:prstGeom>
          <a:solidFill>
            <a:srgbClr val="b4c7dc"/>
          </a:solidFill>
          <a:ln w="0">
            <a:noFill/>
          </a:ln>
        </p:spPr>
        <p:txBody>
          <a:bodyPr lIns="91440" rIns="91440" tIns="91440" bIns="91440" anchor="t">
            <a:normAutofit fontScale="700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{{ title }}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8680" cy="3414600"/>
          </a:xfrm>
          <a:prstGeom prst="rect">
            <a:avLst/>
          </a:prstGeom>
          <a:solidFill>
            <a:srgbClr val="dee6ef"/>
          </a:solidFill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{{ bullet_points }}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18680" cy="839880"/>
          </a:xfrm>
          <a:prstGeom prst="rect">
            <a:avLst/>
          </a:prstGeom>
          <a:solidFill>
            <a:srgbClr val="dee6ef"/>
          </a:solidFill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Thank you!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LibreOffice/25.2.5.2$Windows_X86_64 LibreOffice_project/03d19516eb2e1dd5d4ccd751a0d6f35f35e08022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pt-BR</dc:language>
  <cp:lastModifiedBy/>
  <dcterms:modified xsi:type="dcterms:W3CDTF">2025-09-04T15:33:16Z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